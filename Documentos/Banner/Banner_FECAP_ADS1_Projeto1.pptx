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3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3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3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3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3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3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3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3"/>
            <p:cNvSpPr txBox="1"/>
            <p:nvPr/>
          </p:nvSpPr>
          <p:spPr>
            <a:xfrm>
              <a:off x="1064599" y="235141"/>
              <a:ext cx="6635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5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3"/>
          <p:cNvSpPr/>
          <p:nvPr/>
        </p:nvSpPr>
        <p:spPr>
          <a:xfrm>
            <a:off x="-916543" y="1151807"/>
            <a:ext cx="8568160" cy="2453356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1014306" y="1379884"/>
            <a:ext cx="7225835" cy="2334237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3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3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3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3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3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-6687" y="3747667"/>
            <a:ext cx="28813800" cy="2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7534">
                <a:latin typeface="Open Sans"/>
                <a:ea typeface="Open Sans"/>
                <a:cs typeface="Open Sans"/>
                <a:sym typeface="Open Sans"/>
              </a:rPr>
              <a:t>Sistema Desktop para Gestão de Assinaturas de Jogos Educacionais – Messier Data &amp; Creative </a:t>
            </a:r>
            <a:endParaRPr b="0" i="0" sz="65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534413" y="6355575"/>
            <a:ext cx="257316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Ana Julia Quintans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Leonardo Encinas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Cleyton Ferreira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Riane Toscano, Ricardo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imar Lopes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Eduardo Savino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Lucy Tabuti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Renata Muniz, Ronaldo Araujo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5353293" y="15839628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Fluxo 01: Fluxo 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5353293" y="21939004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2561448" y="30828367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16608355" y="9858095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 ESPERADOS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2644303" y="10010495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500"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2758254" y="20417139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5966975" y="31986551"/>
            <a:ext cx="11400000" cy="2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/>
              <a:t>MESSIER DATA &amp; CREATIVE. Projeto Interdisciplinar: Aplicativo Desktop para Gestão de Assinaturas de Jogos Educacionais. 2026. 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595875" y="31719850"/>
            <a:ext cx="12562800" cy="6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O desenvolvimento do sistema será realizado utilizando tecnologias voltadas para aplicações desktop e banco de dados relacional. A escolha dessas ferramentas visa garantir desempenho, organização e facilidade de manutenção do sistema.</a:t>
            </a:r>
            <a:endParaRPr sz="343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 • Linguagem C# (.NET)</a:t>
            </a:r>
            <a:br>
              <a:rPr lang="en-US" sz="3430"/>
            </a:br>
            <a:r>
              <a:rPr lang="en-US" sz="3430"/>
              <a:t> • Interface: WinForms ou WPF</a:t>
            </a:r>
            <a:br>
              <a:rPr lang="en-US" sz="3430"/>
            </a:br>
            <a:r>
              <a:rPr lang="en-US" sz="3430"/>
              <a:t> • Banco de Dados: SQLite</a:t>
            </a:r>
            <a:br>
              <a:rPr lang="en-US" sz="3430"/>
            </a:br>
            <a:r>
              <a:rPr lang="en-US" sz="3430"/>
              <a:t> • Acesso a dados: ADO.NET ou Entity Framework</a:t>
            </a:r>
            <a:br>
              <a:rPr lang="en-US" sz="3430"/>
            </a:br>
            <a:r>
              <a:rPr lang="en-US" sz="3430"/>
              <a:t> • Controle de versão: GitHub</a:t>
            </a:r>
            <a:br>
              <a:rPr lang="en-US" sz="3430"/>
            </a:br>
            <a:r>
              <a:rPr lang="en-US" sz="3430"/>
              <a:t> • Prototipação: Figma ou Canva</a:t>
            </a:r>
            <a:endParaRPr sz="3430"/>
          </a:p>
        </p:txBody>
      </p:sp>
      <p:sp>
        <p:nvSpPr>
          <p:cNvPr id="135" name="Google Shape;135;p13"/>
          <p:cNvSpPr txBox="1"/>
          <p:nvPr/>
        </p:nvSpPr>
        <p:spPr>
          <a:xfrm>
            <a:off x="1595870" y="11015884"/>
            <a:ext cx="12562800" cy="9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A utilização de tecnologias digitais no ambiente educacional tem crescido significativamente, especialmente com a adoção de jogos como ferramentas de apoio ao ensino. Esses recursos contribuem para o engajamento dos alunos e facilitam o processo de aprendizagem de forma interativa. Nesse contexto, a empresa Messier Data &amp; Creative propõe o desenvolvimento de uma plataforma de jogos educacionais voltada para instituições de ensino fundamental e médio.</a:t>
            </a:r>
            <a:endParaRPr sz="343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Diante dessa proposta, o presente projeto tem como objetivo desenvolver um aplicativo desktop capaz de gerenciar assinaturas desses jogos, permitindo o controle de acesso, organização dos pacotes contratados e monitoramento da utilização por parte das escolas.</a:t>
            </a:r>
            <a:endParaRPr sz="3430"/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570075" y="21392400"/>
            <a:ext cx="12562800" cy="8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Como solução, propõe-se o desenvolvimento de um sistema desktop capaz de centralizar o gerenciamento das assinaturas de jogos educacionais. A aplicação permitirá o cadastro de escolas, jogos e pacotes, além de controlar o acesso com base em regras específicas, como validação de IP autorizado e limite mensal de utilização.</a:t>
            </a:r>
            <a:endParaRPr sz="343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• Controle de pacotes por escola</a:t>
            </a:r>
            <a:br>
              <a:rPr lang="en-US" sz="3430"/>
            </a:br>
            <a:r>
              <a:rPr lang="en-US" sz="3430"/>
              <a:t>	• Validação de acesso por IP</a:t>
            </a:r>
            <a:br>
              <a:rPr lang="en-US" sz="3430"/>
            </a:br>
            <a:r>
              <a:rPr lang="en-US" sz="3430"/>
              <a:t>	• Registro e monitoramento de acessos</a:t>
            </a:r>
            <a:br>
              <a:rPr lang="en-US" sz="3430"/>
            </a:br>
            <a:r>
              <a:rPr lang="en-US" sz="3430"/>
              <a:t>	• Bloqueio ao atingir limite mensal</a:t>
            </a:r>
            <a:br>
              <a:rPr lang="en-US" sz="3430"/>
            </a:br>
            <a:r>
              <a:rPr lang="en-US" sz="3430"/>
              <a:t>	• Geração de relatórios de uso</a:t>
            </a:r>
            <a:endParaRPr sz="343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Dessa forma, o sistema garante maior segurança, organização e eficiência no uso da plataforma.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5952300" y="10944238"/>
            <a:ext cx="111771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Sistema funcional para gerenciamento de assinaturas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Controle eficiente de acessos por escola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Registro de logs e relatórios detalhados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Melhor organização e segurança no uso dos jogos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Aplicação prática dos conhecimentos acadêmicos</a:t>
            </a:r>
            <a:endParaRPr sz="343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15743889" y="25682647"/>
            <a:ext cx="11652000" cy="3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Cadastro de escolas, jogos e pacotes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Login com validação de IP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/>
              <a:t>• </a:t>
            </a:r>
            <a:r>
              <a:rPr lang="en-US" sz="3430"/>
              <a:t>Controle de limite mensal de acessos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Registro de acessos (logs)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Relatórios por período e consumo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13" title="BANNER_PI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55225" y="17587749"/>
            <a:ext cx="11177100" cy="400326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 txBox="1"/>
          <p:nvPr/>
        </p:nvSpPr>
        <p:spPr>
          <a:xfrm>
            <a:off x="16223204" y="24151339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500">
                <a:latin typeface="Open Sans"/>
                <a:ea typeface="Open Sans"/>
                <a:cs typeface="Open Sans"/>
                <a:sym typeface="Open Sans"/>
              </a:rPr>
              <a:t>FUNCIONALIDADES PRINCIPAIS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